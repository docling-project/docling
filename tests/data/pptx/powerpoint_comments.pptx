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>
  <p:cmAuthor id="0" name="John Reviewer" initials="JR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CA1" Type="http://schemas.openxmlformats.org/officeDocument/2006/relationships/commentAuthors" Target="commentAuthors.xml"/></Relationships>
</file>

<file path=ppt/comments/comment1.xml><?xml version="1.0" encoding="utf-8"?>
<p:cmLst xmlns:p="http://schemas.openxmlformats.org/presentationml/2006/main">
  <p:cm authorId="0" dt="2026-01-01T00:00:00" idx="1">
    <p:pos x="1000" y="1000"/>
    <p:text>This is a sample reviewer comment</p:text>
  </p:cm>
</p:cmLst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Cm1" Type="http://schemas.openxmlformats.org/officeDocument/2006/relationships/comments" Target="../comments/commen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Slide With 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