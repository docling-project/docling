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Open-Source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Key Benefits: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Char char="•"/>
              <a:defRPr sz="1800"/>
            </a:pPr>
            <a:r>
              <a:t>Cost effective</a:t>
            </a:r>
          </a:p>
          <a:p>
            <a:pPr>
              <a:buChar char="•"/>
              <a:defRPr sz="1800"/>
            </a:pPr>
            <a:r>
              <a:t>Transparent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Char char="•"/>
              <a:defRPr sz="1800"/>
            </a:pPr>
            <a:r>
              <a:t>Community support can vary</a:t>
            </a:r>
          </a:p>
          <a:p>
            <a:pPr>
              <a:buChar char="•"/>
              <a:defRPr sz="1800"/>
            </a:pPr>
            <a:r>
              <a:t>Maintenance requires expertise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Considerations: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914400" y="914400"/>
            <a:ext cx="3657600" cy="1371600"/>
            <a:chOff x="914400" y="914400"/>
            <a:chExt cx="3657600" cy="1371600"/>
          </a:xfrm>
        </p:grpSpPr>
        <p:sp>
          <p:nvSpPr>
            <p:cNvPr id="2" name="TextBox 1"/>
            <p:cNvSpPr txBox="1"/>
            <p:nvPr/>
          </p:nvSpPr>
          <p:spPr>
            <a:xfrm>
              <a:off x="914400" y="182880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Lower grouped textbox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91440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Upper grouped textbox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