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Wild Duck Observations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Freshwater Ducks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130</c:v>
                </c:pt>
                <c:pt idx="2">
                  <c:v>150</c:v>
                </c:pt>
                <c:pt idx="3">
                  <c:v>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Saltwater Ducks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Duck Survey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73152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